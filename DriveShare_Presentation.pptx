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49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DriveShare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Car Rental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CC"/>
                </a:solidFill>
              </a:rPr>
              <a:t>CIS 476  Software Architecture and Design Patterns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</a:rPr>
              <a:t>Mostafa Mohamed  |  University of Michigan  Dearborn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 GoF Design Patterns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DriveShare?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DriveShare is a desktop car rental app modeled after Turo.com.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Car Owners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32588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List vehicles, set price, manage availability, receive payments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84124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Renters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98424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Browse cars, watch listings, book &amp; pay, view rental 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Messaging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64261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Built-in messaging between owners and renters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841248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3009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30098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Renters get alerts when a watched car's price drops or becomes available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9593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Forgot Password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95935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</a:rPr>
              <a:t>Security question chain to recover account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</a:rPr>
              <a:t>Built with Python 3 + tkinter  |  In-memory storage  |  10 UI screens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Six GoF Design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94183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Singleton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3E8"/>
                </a:solidFill>
              </a:rPr>
              <a:t>Creational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4538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One active session (SessionManager)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Observer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3E8"/>
                </a:solidFill>
              </a:rPr>
              <a:t>Behavioral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27797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Car watch list notifications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42900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Mediator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867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3E8"/>
                </a:solidFill>
              </a:rPr>
              <a:t>Behavioral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4105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Screen navigation between UI frames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7772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77724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92040" y="94183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Builder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1216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3E8"/>
                </a:solidFill>
              </a:rPr>
              <a:t>Creational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14538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Step-by-step car listing creation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10312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226771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Proxy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0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3E8"/>
                </a:solidFill>
              </a:rPr>
              <a:t>Structural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27797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Payment validation before processing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34290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42900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92040" y="359359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</a:rPr>
              <a:t>Chain of Responsibility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3867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3E8"/>
                </a:solidFill>
              </a:rPr>
              <a:t>Behavioral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4105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Password recovery with 3 security questions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1: Singleton — SessionManager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Ensures only one user session exists at a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Class: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SessionManager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Key field: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_instance = None  (class variable)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Control: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__new__() checks if instance already exists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Access: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get_instance()  returns the one object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How it works in DriveShare: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2E"/>
                </a:solidFill>
              </a:rPr>
              <a:t>Any screen calls SessionManager.get_instance() to get the current user. login() and logout() control who is active.</a:t>
            </a:r>
            <a:endParaRPr lang="en-US" sz="950" dirty="0"/>
          </a:p>
        </p:txBody>
      </p:sp>
      <p:pic>
        <p:nvPicPr>
          <p:cNvPr id="20" name="Image 0" descr="/sessions/brave-vigilant-newton/mnt/Summer I 2026 - CIS-476-101 : CIS-476-102 : CIS-566-101 : CIS-566-102/Term Project - DriveShare/diagrams/01_singlet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71323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2: Observer — Car Watch Notifications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Renters subscribe to a car. The car notifies them automatically when price drops or availability changes.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Subject: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CarListing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Observer (ABC):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CarObserver  →  update(car, msg)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ConcreteObserver: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RenterWatcher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Register: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register_observer() / remove_observer()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How it works in DriveShare: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2E"/>
                </a:solidFill>
              </a:rPr>
              <a:t>Renter clicks Watch → RenterWatcher registered. Owner lowers price → notify_observers() calls update() on every watcher → notification stored in renter inbox.</a:t>
            </a:r>
            <a:endParaRPr lang="en-US" sz="950" dirty="0"/>
          </a:p>
        </p:txBody>
      </p:sp>
      <p:pic>
        <p:nvPicPr>
          <p:cNvPr id="20" name="Image 0" descr="/sessions/brave-vigilant-newton/mnt/Summer I 2026 - CIS-476-101 : CIS-476-102 : CIS-566-101 : CIS-566-102/Term Project - DriveShare/diagrams/02_obser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71323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3: Mediator — Screen Navigation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All 10 screens communicate through AppMediator. No screen knows or imports another screen.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Mediator (ABC):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AppMediatorBase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ConcreteMediator: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AppMediator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Colleagues: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Frame classes (LoginFrame, OwnerDashFrame, …)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Navigate: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self.mediator.notify(self, 'show_X')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How it works in DriveShare: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2E"/>
                </a:solidFill>
              </a:rPr>
              <a:t>When login succeeds, LoginFrame calls mediator.notify(self, 'show_owner_dash'). AppMediator hides all frames and shows the requested one.</a:t>
            </a:r>
            <a:endParaRPr lang="en-US" sz="950" dirty="0"/>
          </a:p>
        </p:txBody>
      </p:sp>
      <p:pic>
        <p:nvPicPr>
          <p:cNvPr id="20" name="Image 0" descr="/sessions/brave-vigilant-newton/mnt/Summer I 2026 - CIS-476-101 : CIS-476-102 : CIS-566-101 : CIS-566-102/Term Project - DriveShare/diagrams/03_mediat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71323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4: Builder — Car Listing Creation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Building a car listing object step by step instead of one big constructor call.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AbstractBuilder: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CarListingAbstractBuilder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ConcreteBuilder: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CarListingBuilder  (method chaining)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Director: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AddCarFrame._save()  — calls setters in order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Product: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CarListing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How it works in DriveShare: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2E"/>
                </a:solidFill>
              </a:rPr>
              <a:t>Director calls: builder.set_make(x).set_model(y).set_price(z).build() and gets back the finished CarListing object.</a:t>
            </a:r>
            <a:endParaRPr lang="en-US" sz="950" dirty="0"/>
          </a:p>
        </p:txBody>
      </p:sp>
      <p:pic>
        <p:nvPicPr>
          <p:cNvPr id="20" name="Image 0" descr="/sessions/brave-vigilant-newton/mnt/Summer I 2026 - CIS-476-101 : CIS-476-102 : CIS-566-101 : CIS-566-102/Term Project - DriveShare/diagrams/04_buil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71323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5: Proxy — Payment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PaymentProxy sits between the booking screen and the real payment service. It validates before forwarding.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Subject (ABC):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RealSubject: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RealPaymentService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Proxy: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PaymentProxy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Checks: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&gt; 0  |  renter ≠ owner  |  balance sufficient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How it works in DriveShare: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2E"/>
                </a:solidFill>
              </a:rPr>
              <a:t>Renter clicks Confirm and Pay → BookCarFrame calls PaymentProxy → proxy validates → if ok, forwards to RealPaymentService to update balances.</a:t>
            </a:r>
            <a:endParaRPr lang="en-US" sz="950" dirty="0"/>
          </a:p>
        </p:txBody>
      </p:sp>
      <p:pic>
        <p:nvPicPr>
          <p:cNvPr id="20" name="Image 0" descr="/sessions/brave-vigilant-newton/mnt/Summer I 2026 - CIS-476-101 : CIS-476-102 : CIS-566-101 : CIS-566-102/Term Project - DriveShare/diagrams/05_prox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71323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6: Chain of Responsibility — Password Recovery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Three security question handlers are linked in a chain. All three must be answered correctly.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Handler (ABC):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SecurityHandler  →  _next, set_next(), handle()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ConcreteHandlers: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Q1Handler  →  Q2Handler  →  Q3Handler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Client: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ForgotPasswordFrame._reset()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Result: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correct → reset allowed  |  Any wrong → stops with error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How it works in DriveShare: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2E"/>
                </a:solidFill>
              </a:rPr>
              <a:t>ForgotPasswordFrame builds the chain: q1.set_next(q2).set_next(q3), then calls chain.handle(user, answers). Each handler checks its own answer and either stops or forwards.</a:t>
            </a:r>
            <a:endParaRPr lang="en-US" sz="950" dirty="0"/>
          </a:p>
        </p:txBody>
      </p:sp>
      <p:pic>
        <p:nvPicPr>
          <p:cNvPr id="20" name="Image 0" descr="/sessions/brave-vigilant-newton/mnt/Summer I 2026 - CIS-476-101 : CIS-476-102 : CIS-566-101 : CIS-566-102/Term Project - DriveShare/diagrams/06_chain_of_responsibil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71323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1381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13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Login &amp;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Log in as owner@demo.com  →  SessionManager tracks the session  (Singleton)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Add a Car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37160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Click Add New Car Listing, fill the form  →  Builder assembles the CarListing step by step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0253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965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Watch a Car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96596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Log in as renter, click Watch  →  RenterWatcher registered as Observer on CarListing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59689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Price Drop Alert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5603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Owner lowers price  →  notify_observers() fires  →  renter sees notification  (Observer)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9125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Book &amp; Pay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15468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Renter books, PaymentProxy validates then processes  (Proxy)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78561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Forgot Password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74904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Enter email, answer 3 security questions  →  Q1→Q2→Q3 chain  (Chain of Responsibility)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379976"/>
            <a:ext cx="384048" cy="38404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</a:rPr>
              <a:t>Navigation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434340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Every screen switch goes through AppMediator.notify()  (Mediator)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" cy="25603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3533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EE"/>
                </a:solidFill>
              </a:rPr>
              <a:t>DriveShare is a working Python + tkinter desktop app for peer-to-peer car rentals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" cy="25603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0391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EE"/>
                </a:solidFill>
              </a:rPr>
              <a:t>Six GoF design patterns implemented: Singleton, Observer, Mediator, Builder, Proxy, Chain of Responsibility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EE"/>
                </a:solidFill>
              </a:rPr>
              <a:t>10 fully functional UI screens with demo accounts and in-memory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256032" cy="25603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4107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EE"/>
                </a:solidFill>
              </a:rPr>
              <a:t>All patterns traceable back to GoF roles in code comments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256032" cy="25603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0965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EE"/>
                </a:solidFill>
              </a:rPr>
              <a:t>No database required  data stored in Python dicts and lists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73E8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906</Words>
  <Application>Microsoft Macintosh PowerPoint</Application>
  <PresentationFormat>On-screen Show (16:9)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DriveShare - CIS 476 Term Project</dc:title>
  <dc:subject>PptxGenJS Presentation</dc:subject>
  <dc:creator>Mostafa Mohamed</dc:creator>
  <cp:lastModifiedBy>Mohamed, Mostafa</cp:lastModifiedBy>
  <cp:revision>2</cp:revision>
  <dcterms:created xsi:type="dcterms:W3CDTF">2026-06-17T14:31:03Z</dcterms:created>
  <dcterms:modified xsi:type="dcterms:W3CDTF">2026-06-17T15:03:50Z</dcterms:modified>
</cp:coreProperties>
</file>